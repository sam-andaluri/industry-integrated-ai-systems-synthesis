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MERMAID SETUP:
Option 1: Use marp-cli with mermaid support
  npx @marp-team/marp-cli@latest --html -o presentation.pdf presentation.md
Option 2: Pre-render Mermaid diagrams at https://mermaid.live
  Then replace mermaid code blocks with ![](diagram.png)
Option 3: Use VS Code with "Marp for VS Code" + "Markdown Preview Mermaid Support" extensions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 from diagrams.md using mermaid.live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 from diagrams.md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 from diagrams.md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 Infrastructure Scenario Reasoning Agent</dc:title>
  <dc:subject>PptxGenJS Presentation</dc:subject>
  <dc:creator>Created by Marp</dc:creator>
  <cp:lastModifiedBy>Created by Marp</cp:lastModifiedBy>
  <cp:revision>1</cp:revision>
  <dcterms:created xsi:type="dcterms:W3CDTF">2026-05-11T11:45:03Z</dcterms:created>
  <dcterms:modified xsi:type="dcterms:W3CDTF">2026-05-11T11:45:03Z</dcterms:modified>
</cp:coreProperties>
</file>